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202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 节 · 讲师课件（录课版）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五边形体系：定位/心法 → 选题 → 大纲 → 逐字稿 → 声画 → 复盘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每节：本节目标 · 核心知识点 · 柯哥原话 · 当天练习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柯建军 · 2026 年 8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这门课的地图：一个五边形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短视频创作不是知识点堆起来的，是一套动作——中间是心法，五条边是一条片子的完整动作链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1005840"/>
            <a:ext cx="2834640" cy="8229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0" y="108813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06240" y="143560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你是谁 · 拍给谁 · 凭啥是你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2834640" cy="8229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51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8986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永远有的拍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35240" y="2468880"/>
            <a:ext cx="2834640" cy="8229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D9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551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35240" y="28986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骨架 · 钩子 · 情绪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4480560"/>
            <a:ext cx="2834640" cy="8229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B388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6285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49103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人话 · 密度 · 成交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35240" y="4480560"/>
            <a:ext cx="2834640" cy="8229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5E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456285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35240" y="49103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拍摄 · 剪辑 · 配乐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5532120"/>
            <a:ext cx="2834640" cy="8229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561441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206240" y="596188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 · 预判 · 网感（反哺选题）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914400" cy="91440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920240"/>
            <a:ext cx="914400" cy="91440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611880"/>
            <a:ext cx="914400" cy="91440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0" y="3611880"/>
            <a:ext cx="914400" cy="91440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5577840"/>
            <a:ext cx="914400" cy="914400"/>
          </a:xfrm>
          <a:prstGeom prst="line">
            <a:avLst/>
          </a:prstGeom>
          <a:noFill/>
          <a:ln w="19050">
            <a:solidFill>
              <a:srgbClr val="FFD1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5577840"/>
            <a:ext cx="914400" cy="914400"/>
          </a:xfrm>
          <a:prstGeom prst="line">
            <a:avLst/>
          </a:prstGeom>
          <a:noFill/>
          <a:ln w="1905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/ 36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 节课 · 上半场（1-18）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338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1155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流量≠价值，发出你第一条不带「大家好」的片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 · 产出：破冰篇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105156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1338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03720" y="11155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一句话说死，你这号只干一件事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03720" y="13716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 · 产出：定位篇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70992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92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17739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把「你的观众」填成一个看得见脸的人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34440" y="202996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 · 产出：受众篇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70992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792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17739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一次囤够30条，从此不愁拍什么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03720" y="202996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 · 产出：选题池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36829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505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24323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每条片都是一场赌，开拍前先押它中不中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34440" y="268833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 · 产出：押注篇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236829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4505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24323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砍掉「大家好」，第一句就把人钩住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03720" y="268833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 · 产出：破冰2.0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026664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08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34440" y="30906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13把钩子挑一把，前三秒把人钉死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34440" y="334670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 · 产出：钩子篇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3026664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108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03720" y="30906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把痛点写到身上，一句话让人喘不上气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03720" y="334670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 · 产出：痛点篇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685032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7673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34440" y="3749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只讲那一根压垮人的稻草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234440" y="400507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 · 产出：叙事篇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685032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7673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03720" y="3749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三起三落，给观众一趟过山车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03720" y="400507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 · 产出：情绪篇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434340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4256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234440" y="44074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六推进搭骨架，讲到底不散架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234440" y="46634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 · 产出：结构篇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17920" y="434340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44256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903720" y="44074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每一百字埋一个高光，段段有爆点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903720" y="46634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 · 产出：密度篇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500176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508406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234440" y="50657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把后台读成观众在跟你说话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234440" y="532180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 · 产出：数据篇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17920" y="500176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508406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903720" y="50657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14病症挑刺，去掉念稿感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903720" y="532180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 · 产出：改稿篇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566013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5742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234440" y="57241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录之前先进状态，从念稿到唠嗑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1234440" y="598017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 · 产出：状态篇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17920" y="566013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5742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6903720" y="57241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名词动词可视化，说的每个词都有画面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903720" y="598017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 · 产出：画面篇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8640" y="6318504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" y="64008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234440" y="63825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景别视角影调三步，同句话机位差十倍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234440" y="663854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 · 产出：镜头篇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217920" y="6318504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55080" y="64008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6903720" y="63825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大动作拆小动作，难镜头也拍得下来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6903720" y="663854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 · 产出：拍摄篇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/ 36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 节课 · 下半场（19-36）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338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1155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撕掉模板，你自己写一整条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 · 产出：裸写篇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105156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1338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03720" y="11155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拿14病症给自己开枪，不再等老师改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03720" y="13716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 · 产出：自检篇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70992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92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17739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行业标签+人设点，让号被人搜到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34440" y="202996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 · 产出：封面篇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70992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792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17739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断裂感设计，太顺的片留不住人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03720" y="202996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 · 产出：剪辑篇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36829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505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24323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BGM起承转合，音乐替你推情绪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34440" y="268833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 · 产出：配乐篇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236829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4505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24323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进度条设计，把人吊到最后一秒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03720" y="268833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 · 产出：留人篇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026664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08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34440" y="30906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预判对实绩，押着自己的爆款发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34440" y="334670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 · 产出：预判篇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3026664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108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03720" y="30906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变现三角，让号第一次有人来问价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03720" y="334670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 · 产出：信任篇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685032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7673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34440" y="3749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把产品自然缝进内容，不尬还想买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234440" y="400507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 · 产出：带货篇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685032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7673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03720" y="3749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热点五渠道，半小时蹭一个借流量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03720" y="400507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 · 产出：热点篇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434340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4256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234440" y="44074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竞争力六字，凭啥长期是你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234440" y="46634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 · 产出：人设篇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17920" y="434340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44256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903720" y="44074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六种幸存者，选定你号的长期活法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903720" y="46634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 · 产出：路线篇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500176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508406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234440" y="50657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全流程你一个人走，一次排三条连发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234440" y="532180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 · 产出：操盘篇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17920" y="5001768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508406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903720" y="50657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数据反哺选题，把号排成不断更的连载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903720" y="532180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 · 产出：排期篇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566013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5742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234440" y="57241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全部武器合成一条，做你的置顶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1234440" y="598017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 · 产出：代表作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17920" y="5660136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5742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6903720" y="57241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成交型内容，把粉丝变成客户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903720" y="598017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 · 产出：成交篇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8640" y="6318504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2F5FC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" y="64008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234440" y="63825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账号体检，把一个月的成长拍成一条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234440" y="663854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 · 产出：复盘篇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217920" y="6318504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8F9FE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55080" y="64008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6903720" y="63825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独立打出最强一条，你的号起来了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6903720" y="663854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 · 产出：毕业篇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 / 36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64592" cy="1463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14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垫在底下的东西：你是谁、拍给谁、凭啥是你、这条路往哪走——每一节都在加固这一层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第1节 · 流量≠价值，发出你第一条不带「大家好」的片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第2节 · 一句话说死，你这号只干一件事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第3节 · 把「你的观众」填成一个看得见脸的人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第26节 · 变现三角，让号第一次有人来问价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第29节 · 竞争力六字，凭啥长期是你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第30节 · 六种幸存者，选定你号的长期活法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/ 36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64592" cy="14630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14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让题追着你跑：选题池 · 每条都是赌 · 热点借力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第4节 · 一次囤够30条，从此不愁拍什么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第5节 · 每条片都是一场赌，开拍前先押它中不中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第28节 · 热点五渠道，半小时蹭一个借流量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/ 36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64592" cy="1463040"/>
          </a:xfrm>
          <a:prstGeom prst="rect">
            <a:avLst/>
          </a:prstGeom>
          <a:solidFill>
            <a:srgbClr val="4D9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14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把片子的架子搭稳：开头三道闸 · 13钩子 · 痛点 · 叙事 · 情绪 · 六推进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第6节 · 砍掉「大家好」，第一句就把人钩住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第7节 · 13把钩子挑一把，前三秒把人钉死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第8节 · 把痛点写到身上，一句话让人喘不上气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第9节 · 只讲那一根压垮人的稻草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第10节 · 三起三落，给观众一趟过山车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第11节 · 六推进搭骨架，讲到底不散架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/ 36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64592" cy="1463040"/>
          </a:xfrm>
          <a:prstGeom prst="rect">
            <a:avLst/>
          </a:prstGeom>
          <a:solidFill>
            <a:srgbClr val="B388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14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落笔的功夫：密度 · 人话 · 独立写 · 自检 · 带货 · 成交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第12节 · 每一百字埋一个高光，段段有爆点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第14节 · 14病症挑刺，去掉念稿感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第19节 · 撕掉模板，你自己写一整条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第20节 · 拿14病症给自己开枪，不再等老师改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第27节 · 把产品自然缝进内容，不尬还想买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第34节 · 成交型内容，把粉丝变成客户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/ 36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64592" cy="1463040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14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让片子立起来：表现 · 画面 · 镜头 · 拍摄 · 封面 · 剪辑 · 配乐 · 留人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第15节 · 录之前先进状态，从念稿到唠嗑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第16节 · 名词动词可视化，说的每个词都有画面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第17节 · 景别视角影调三步，同句话机位差十倍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第18节 · 大动作拆小动作，难镜头也拍得下来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第21节 · 行业标签+人设点，让号被人搜到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第22节 · 断裂感设计，太顺的片留不住人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第23节 · BGM起承转合，音乐替你推情绪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第24节 · 进度条设计，把人吊到最后一秒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/ 36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64592" cy="1463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14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一条比一条准：数据 · 预判 · 操盘 · 排期 · 代表作 · 成交 · 复盘 · 毕业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第13节 · 把后台读成观众在跟你说话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第25节 · 预判对实绩，押着自己的爆款发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第31节 · 全流程你一个人走，一次排三条连发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第32节 · 数据反哺选题，把号排成不断更的连载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第33节 · 全部武器合成一条，做你的置顶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第35节 · 账号体检，把一个月的成长拍成一条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第36节 · 独立打出最强一条，你的号起来了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/ 36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流量≠价值，发出你第一条不带「大家好」的片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把脑子里那笔账算清楚：流量和钱根本不是一回事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流量根本不等于钱：不到200粉的号，一天进账一千多；不到一万粉的项目，变现近百万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粉丝多≠能赚钱。你的目标不是涨粉，是把对的人捞到你面前，让他信你、买你的东西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要的是掏钱那个人，不是路过看热闹那一堆人——精准比量级值钱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发出第一条片，不许说「大家好」——人设靠内容立，不靠报名号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/ 36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 节 · 流量≠价值，发出你第一条不带「大家好」的片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“目标从来不是涨粉，是让对的人来、让他掏钱。不到200粉一天挣一千，就这么来的。”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发第一条「破冰片」：一句话说清你这号要干嘛，不许自我介绍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破冰篇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本节埋三颗种子：信息密度 / 信任资产 / 变现三路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/ 36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定位篇：一句话说死，你这号只干一件事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一句话说清：你是谁、拍给谁、凭啥是你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定位不是人设、不是职业、不是身份——定位就是一句话：我给谁提供什么价值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定位五要素同时在场：价值×用户×人设×类型×风格，少一样都晃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挑价值土办法：热爱∩擅长∩有回报，三圈叠一块儿那个中间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别拿「我是个健身教练」当定位，那是身份，身份不决定定位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36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 节 · 一句话说死，你这号只干一件事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“定位就是一句话：我给谁提供什么价值。缺一个都不叫定位。”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写一句话定位（20字内），五要素摆齐自检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定位篇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完成才能进节3——受众不定，后面全是白使劲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36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把「你的观众」填成一个看得见脸的人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给观众起名字、填八字段，让他活在纸上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「拍给宝妈看」等于没说——给你的观众起个名字：老王、李姐、小张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受众八字段一字一字填满：学历/手里钱/花钱讲究/婚姻/日子急不急/肯为啥掏钱/最揪心啥/爱刷啥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最容易填错的一条：花钱的讲究 ≠ 手里有多少钱（三千大衣不眨眼，三十运费嫌贵）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养老/保险/教育行当多画一层：买单人≠观看人，内容打动子女，钱从长辈落袋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36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 节 · 把「你的观众」填成一个看得见脸的人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“你把画像填到最后，你的内容一下就有准头了——不再是对着空气喊。”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填一份八字段画像，给TA起名字，贴工位上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受众篇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人群往外扩：痛点扎在场景上，人群铺得开，流量池才大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36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4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选题篇：一次囤够30条，从此不愁拍什么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搞懂什么是真选题，建起自己的选题池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「我想讲健身」是话题，不是选题。选题=需求×解决方案，俩缺一不算做完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菜市场比喻：喊「我这儿有白菜」没人理；喊「炖粉条炖不烂的，我这白菜帮你搭」大姐凑过来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超量准备：宁可发散15条挑1条，别拿3条硬凑3条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池子天天加水：好内容是从一大把备选里扒拉出来的，不是硬憋出来的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36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4 节 · 一次囤够30条，从此不愁拍什么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“选题不是话题。你说得出「给谁解啥闷儿、我拿啥接」，才算做完一条题。”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今天发散15条进选题池，挑3条标星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选题池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选题池=你永远有的拍，追着题跑→题追着你跑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36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5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每条片都是一场赌，开拍前先押它中不中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给每条选题写下一个白纸黑字的赌注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每条片凭啥能赢？凭的这个东西叫赌注。答不上来=碰运气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五种解决方案，五种赌注：资讯押信息差 / 观点押颠覆 / 步骤押可落地 / 生活方式押羡慕 / 体验娱乐押演绎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白纸黑字写下来：「我押这个内幕别人不知道」——写出来才骗不了自己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赌注失效=整条片失效，一点都不夸张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36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5 节 · 每条片都是一场赌，开拍前先押它中不中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“每条题都得押个赌注，赌注写不出来，这题就是买彩票。”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给选题池里10条，各写一句赌注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押注篇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赌注=你这条片的核心竞争力，写在脚本第一行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36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6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开头篇：砍掉「大家好」，第一句就把人钩住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4D9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掌握开头三道闸，第一句就锁住对的人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开头三道闸，顺序死的：先精准→再陌生→再普世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精准：让对的人一眼知道这条跟他有关——穿上用户的鞋子往四周看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陌生：让看过同类内容的人觉得不一样——行动成本比嘴上诚意好使（摆30瓶香水，不是发网图）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普世：私人的事说成大家共同的情绪；好开头是开放的，从故事中间切进去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36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6 节 · 砍掉「大家好」，第一句就把人钩住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“起号期开头禁自我介绍——人设靠内容立，不靠报名号。”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改自己最近一条的开头：三道闸逐一过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破冰2.0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0帧起手+上下文关键词=最优开头公式（节21细讲）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36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7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钩子篇：13把钩子挑一把，前三秒把人钉死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4D9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掌握13种钩法，挑一把最适合自己的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留住人靠钩子。13种钩法挑一把使，别贪多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新手最好上手：提问钩——「洗了那么多年头，你洗过头皮吗？」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提问的妙处：人对着直接夸他有戒备，你一提问他就切到你的频道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钩子不是套路是选择：先想清楚这条给谁看，再选钩法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36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7 节 · 13把钩子挑一把，前三秒把人钉死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“人对着直接夸他有戒备，你一提问，他就切到你的频道上来了。”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同一素材写3个不同钩子的开头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钩子篇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钩子=前三秒的开关，接上节6的开头三道闸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36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8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痛点篇：把痛点写到身上，一句话让人喘不上气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4D9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把抽象痛点写成身体能感觉到的画面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别写「焦虑压力大」——写「一进公司胃就揪着」，身体能感觉到才算痛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压垮人的永远是最后一根稻草，不是一堆事——找那一根具体的稻草写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冒犯感是钩子不是抬杠：替某一类人出口气（「早跟你说过了，下雨天不打滑比快更重要」）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别站到普世价值的对立面去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36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8 节 · 把痛点写到身上，一句话让人喘不上气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“痛点要痛到身上：一进公司胃就揪着——这才叫痛，焦虑压力大那叫概括。”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写下目标观众最痛的一件事（身体反应级）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痛点篇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痛点扎得越具体，人群铺得越开（节3联动）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36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9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叙事篇：只讲那一根压垮人的稻草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4D9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学会用具体的人、具体的画面讲故事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故事不是流水账：一个具体的人、一个具体的下午、一句原话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血肉三问：那一刻身体什么感觉？心里闪过了什么？随口会说一句什么？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缺了血肉的叙事=只有骨架，没有人味——三问缺一即骨头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把「是什么」改成「做什么」：清甜的椰子水→五月一号在床头柜给老公摆上的那杯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36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9 节 · 只讲那一根压垮人的稻草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“让观众经历一遍，不是让观众听你总结一遍。”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写一段200字真事：三问齐了才落笔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叙事篇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故事型稿子的命门：具体+原话+尖峰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36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10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情绪篇：三起三落，给观众一趟过山车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4D9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在骨架里埋情绪曲线，让观众坐过山车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光有骨架是平的——在几个地方扎人：尖峰时刻、情绪刺点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尖峰时刻：冲突那一下、身体反应那一下、千钧一发那一下，写它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给这句话定个性格：幽默、真诚、或适度冒犯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情绪最高点必须砸实：慢下来、加表情、加对方原话——真人的情绪在重复和停顿里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36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10 节 · 三起三落，给观众一趟过山车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“情绪最高点不是「说到」，是「停住」。”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给自己稿子的情绪曲线标点：起-伏-起-伏-落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情绪篇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结尾禁止读后感/升华——停在画面或原话上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36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11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结构篇：六推进搭骨架，讲到底不散架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4D9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用六推进给稿子搭骨架，100字一个单元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一条片讲着讲着就散架=没骨架。六推进，总分总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每一百字一个意思单元，一逗一义——骨架对了念一遍就不啰嗦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结构先行：先搭骨架再填血肉，但落笔时先有感受再长结构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段与段之间用事件推着走，不是用连接词硬接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36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4D9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11 节 · 六推进搭骨架，讲到底不散架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“骨架搭对了，你自己念一遍就不啰嗦了。”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9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把一条旧稿拆成六推进，标出每100字的单元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结构篇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结构是给观众指路的，不是给你交作业的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36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12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密度篇：每一百字埋一个高光，段段有爆点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B388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学会信息密度控制：30秒15个点，7±2归3组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30秒的片拆成15个信息点，每2-3秒给一个——信息越密观众越舍不得走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但别超过7个点：人脑一次装7±2，最容易记住3个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点多时帮观众归类：别「我要讲七个方面」，说「就三件事」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5-7秒原则：每隔5-7秒给一个新信息点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36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12 节 · 每一百字埋一个高光，段段有爆点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“信息越密，观众越舍不得走——因为他一直在被刺激、一直在得着东西。”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B388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拆自己一条片：数信息点，超7个就归组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密度篇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密度≠堆砌，是每2-3秒给观众一个「得着」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36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13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数据篇：把后台读成观众在跟你说话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用三刀拆数据，先看里子别看面子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先盯完播、涨粉、评论三样——播放量只是入水口，是面子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三刀拆：传播刀看播放（低=选题问题）/ 效果刀看完播（留不住=内容问题）/ 互动刀看点赞评论（没人吱声=表达问题）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数据是反馈不是判决书：把「我不行」翻译成「这条不行」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播放五万完播率低=平台推出了人却没看完，这条在拖账号后腿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36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13 节 · 把后台读成观众在跟你说话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“播放量是面子，完播涨粉评论是里子。永远先看里子。”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拿三刀复盘自己最近3条片，各写一句病灶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数据篇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同一「没成交」，病根完全不一样——顺着漏斗一层层倒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14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人话篇：14病症挑刺，去掉念稿感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B388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学会说人话四步法 + 14病症自检清单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写文案不是写作文，是跟一个人唠嗑——对面坐着谁，冲那件事说话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四步：口水话把意思说对→问这感觉是啥→缩到八九个字→雕一下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例：真的好甜啊→和蜂蜜一样甜的苹果→毫不夸张甜过蜂糖→蜂蜜不是它的对手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14病症自检：赋能闭环打造沉淀/不是而是/说教/编反馈/电报机……中一条改一条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36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14 节 · 14病症挑刺，去掉念稿感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“语到极致是平常，别被高考害了。好词好句是病，不是文采。”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B388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拿14病症给自己的稿子挑刺，中几条改几条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改稿篇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去AI味但别把人味删了——学生的原话细节尽量留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36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15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表现篇：录之前先进状态，从念稿到唠嗑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情绪进麦克风不进镜头，素人用提问法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对着麦克风饱含情绪地读，别对着镜头干读——对着镜头会端着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素人/老板不背稿：设计问题问他，后期剪掉问题只留答话——回答问题时的状态最真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先接气，再接戏：气对了戏才对，别一开口就演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演的是动机，不是状态——一个人做一件事，是想改变点什么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36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15 节 · 录之前先进状态，从念稿到唠嗑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“你想要「我修车干了六年」，就问他「你修车干了几年」——他答出来就是真的。”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给自己设计3个问题，答一遍录下来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状态篇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表现力不是挤表情，是把人放进情境里（节18进阶）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36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16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画面篇：名词动词可视化，说的每个词都有画面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先定性（对白/旁白/独白），再定画面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声音是主线，画面是往里填空的——先文案后声音再填画面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每段文案先定性：对白=跟观众讲话（前置/主观镜头）/ 旁白=第三人称记录（定场+名词可视化）/ 独白=悄悄话（侧脸背影局部特写）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名词可视化：说狗，画面里必须出现狗——这叫音画对轨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动词可视化：说动作，镜头就得把过程记下来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/ 36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16 节 · 名词动词可视化，说的每个词都有画面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“先把文案变成声音，再拿声音当图纸去填画面——顺序反了整条片就散。”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给自己的文案每段标：对白/旁白/独白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画面篇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声音这头做完，整条片的活已经干完七成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/ 36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17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镜头篇：景别视角影调三步，同句话机位差十倍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拍每个镜头前先做三个决定，色彩放最后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三步决策卡：景别→视角→影调，顺序锁死，色彩永远最后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景别口诀：特写重质、中景重事、全景重势——拿不准就用中景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视角定情绪：平拍客观/仰拍高大/俯拍渺小/倾斜失衡焦虑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影调：高调亮堂堂配正面情绪，低调暗沉沉配紧张，中间调讲道理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/ 36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17 节 · 景别视角影调三步，同句话机位差十倍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“别一上来就想构图好不好看——先做仨决定：景别、视角、影调。”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同一句话拍3个景别，对比效果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镜头篇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手机能拍出不像随手拍的画面，靠的是顺序不是设备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/ 36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18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拍摄篇：大动作拆小动作，难镜头也拍得下来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不知道拍啥时，把大动作拆成一串小动作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「从大连飞杭州」拍啥？拆：出发/取票/安检/候机/起飞/下机/打车/到酒店/领房卡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每一小步对应一个镜头：远景交代环境，特写给细节，交替着推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拍摄的本事不在拍什么，在把大动作拆小——拆完就知道咋拍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进阶：镜头有线性关系（苹果+拿的动作+手拿苹果=他拿起了苹果）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36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18 节 · 大动作拆小动作，难镜头也拍得下来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“远景交代环境，特写给细节，两种交替着往前推，画面自然有张力。”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拆一个自己的场景：10个小动作=10个镜头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拍摄篇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越简单的动作越得两三个镜头——一个镜头干拍最呆板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36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19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独立篇：撕掉模板，你自己写一整条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B388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不查模板、不抄结构，独立完成一整条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前面的招全放下，只留三样：讲给谁/为啥说/什么态度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裸写=先有感受再长结构，不许先画骨架再填肉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写完再对照14病症挑刺——写作时别背规则，写完再筛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写平了不怕，第二遍磨；写死了没得救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 / 36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19 节 · 撕掉模板，你自己写一整条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“自由写出来的东西才是你的，模板写出来的只是像你的。”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B388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裸写一整条（300-500字），不许翻任何笔记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裸写篇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这是从「会改」到「会写」的分水岭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 / 36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20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自检篇：拿14病症给自己开枪，不再等老师改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B388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建立自己的改稿闭环：写完→自检→改→再自检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自检七检：报告腔/名词动作化/第一口气/呼吸/文笔质感/数字保真/开头双锚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数字保真闸：稿里每个数字回查素材，没有的删掉——不许顺手补合理值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分行规则：一句一行，句子中间不断行；全稿超1/3行&lt;10字=电报机排版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活人感十项：气口像真人/原话没洗平/有具体场景/结尾不软塌……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/ 36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20 节 · 拿14病症给自己开枪，不再等老师改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“写完 ≠ 交付。对照样板读一遍+活人感自检才算稿。”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B388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改自己最近一条稿，过完七检+十项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自检篇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以后交作业前先自己开枪，别等老师开枪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/ 36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21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封面篇：行业标签+人设点，让号被人搜到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掌握封面三件套 + 关键词三位置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封面三件套分工：封面标题=大字简洁钩子 / 封面文字=行业锚+点击钩子（让算法识别） / 平台标题=发布文案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标题和文字不能重复：一个是给观众看的钩子，一个是给算法看的身份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关键词三位置：标题、开头第一句、结尾金句——算法扫得最重的地方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算法是瞎子不读人话只读关键词：没词=它当你不存在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 / 36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21 节 · 行业标签+人设点，让号被人搜到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“算法是个瞎子，它只读关键词不读人话——你的片有没有词，决定它推不推。”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给最近一条片做封面三件套+埋关键词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封面篇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关键词别憋，去搜索框/同行爆款标题/平台热搜抄现成的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 / 36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22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剪辑篇：断裂感设计，太顺的片留不住人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剪映五步立声音骨架，学会设计断裂感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剪映五步：写文案（100字一单元）→录音频反复听→剪气口（B键剪A键删）→字幕条标位→填素材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剪辑是替观众把废话删掉，把情绪卡住——不是把画面拼一块儿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断裂感：在你以为要顺下去的地方啪地掰一下——把观众晃醒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卡点 vs 断裂感：卡点让画面跟着音乐走；断裂感是跟观众预期对着干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/ 36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22 节 · 断裂感设计，太顺的片留不住人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“声音是骨架，画面是填空题。谁先拍画面谁就剪反了。”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剪一条片：先剪气口到饱满，再设计1处断裂感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剪辑篇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别一上来琢磨转场特效——主线走顺了就是自媒体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/ 36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23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配乐篇：BGM起承转合，音乐替你推情绪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把一首歌拆成起承转合，对上文案情绪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文案有起承转合，音乐也有——铺垫配「起」，钻主题配「承」，高潮配「转」，收尾配「合」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学会听旋律：波峰往上走就是起/转，趋近平静就是要进「合」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一首歌剪成几段适配文案长度——一分半的歌=一趟快速的过山车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前景声（人声）权重最高，压背景声（音乐/音效）——别让歌词盖住台词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 / 36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23 节 · BGM起承转合，音乐替你推情绪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“剪辑点标在哪儿？就标在音乐和情绪对上的那个地方。”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给一条片配BGM：标出起承转合四段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配乐篇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没人声时环境音权重比音乐高——蝉鸣水声把人拽进现场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 / 36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24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留人篇：进度条设计，把人吊到最后一秒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用进度条测试+音画对轨，让片子处处接得住人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进度条测试：随手拖到任意时刻，观众能马上进入角色=剪准了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音画对轨：说到简历给简历镜头，说到面试给面试画面，字和画咬上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主观画面卡不上音频？把进度条拉长，卡到下一个信息点接得上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每一寸进度条都校准一遍，观众从哪儿点进来都不掉线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/ 36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5E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24 节 · 进度条设计，把人吊到最后一秒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“进度条随手拖到哪儿都能看懂，才叫剪准了。”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随机拖自己片的5个点，每个点3秒内看懂算过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留人篇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断裂感的设计位置，也藏在进度条测试里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/ 36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25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预判篇：预判对实绩，押着自己的爆款发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发之前先押一个数，实绩回来对账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发之前先押：这条选题盘子多大/能拱多少播放/点赞率几个点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押完对实绩：押对了=判断在长本事；押偏了=知道哪块认知是错的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播放量四档诊断：2.5%完播/5%/10%/15%+——当押注刻度用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练久了，脚本还搁纸上你就知道它大概啥命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 / 36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25 节 · 预判对实绩，押着自己的爆款发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“练到发之前就敢押数，你才算真把数据读进脑子里了——走在数据前头。”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下一条片发之前写预测：播放/完播/点赞率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预判篇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预测写下来不许改，T+3天对账（节35联动）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 / 36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26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变现篇：变现三角，让号第一次有人来问价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搞懂流量×信任×产品，选对自己的变现模式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变现三模式：广告看数据 / 电商看精准 / 知识付费看信任——从第一天就想清楚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变现三角：流量（有人看）×信任（有人信）×产品（有东西卖），塌一个都不行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粉分两拨：相似粉（信你这个人→卖高客单/咨询）/ 价值需求粉（信你内容→广告/带货/课程）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变现前置：开号头一天就拍板靠啥收钱，别等号做起来再回头补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/ 36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26 节 · 变现三角，让号第一次有人来问价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“变现的账，开号头一天就得算清楚。等号做起来了再回头补，圈进来的人早不对了。”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写清自己号的变现模式+对应圈哪拨粉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信任篇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人设型号走知识付费，内容型号码走广告带货——别拧着来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/ 36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27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带货篇：把产品自然缝进内容，不尬还想买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B388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工具在前人格在后，带货不尬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先当工具人给价值，再植入你这个人、你要卖的东西——顺序反了就是尬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高客单成交靠投缘不比价：要么有别人没有的东西，要么离他近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人设拉近距离，专业建立信任——先立人，后报价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把干货白给出去是最狠的卖法：免费是战略，不是亏损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 / 36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27 节 · 把产品自然缝进内容，不尬还想买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“尬不尬的根子就俩字：顺序。先帮人后卖货，先立人后报价。”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B388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改写一条带货片：工具在前，货在后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带货篇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N+1模式：N个号免费引流，一个商家号收订单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 / 36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28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热点篇：热点五渠道，半小时蹭一个借流量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每周一30分钟，用五渠道把题囤满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五渠道：搜索下拉词（平台验证的热词）/ 知乎热榜（问题即片名）/ 热点宝只看「上升中」/ 腰部账号评论区（5-50万粉，赞最高那条，抄「我也是」）/ 财经行业资讯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热点本质：找用户正在搜、正在问、正在骂的内容缺口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大新闻24小时规矩：沾边就必须出一条，给专业解读不干搬运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落地：每周一30分钟扫渠道1/2/4，凑10候选挑3动手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/ 36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28 节 · 热点五渠道，半小时蹭一个借流量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“别人看热点图个热闹，你看热点能给出门道——这就是你跟别人的差距。”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本周一用五渠道囤10条，挑3条标星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热点篇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追「上升中」不追「已经很热」——竞争小流量还在涨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/ 36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29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竞争篇：竞争力六字，凭啥长期是你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从正反和跨入弱里，挑出最狠的那个自己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竞争力六字：正（更专业）/ 反（唱反调）/ 和（交叉组合）/ 跨（换赛道）/ 入（借资源下沉）/ 弱（以弱胜强）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优先往反、和、跨、弱上靠，躲开「正」——正面刚就是跟大V抢饭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你的短板就是差异化：97公斤的前教练，身子骨本身就是潜台词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说清你反对谁（敌人列表3-5条），你的人自己对号入座聚过来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 / 36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29 节 · 竞争力六字，凭啥长期是你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“观众记住你，靠的从来不是你多普通，是你哪儿不一样。”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写自己的六字竞争力，标出最狠那个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人设篇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服务高知，敌人必须哲学化——骂街掉价，立场值钱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 / 36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30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路线篇：六种幸存者，选定你号的长期活法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判型+选路线，定位是拍出来的不是算出来的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导师型 vs 陪伴型：导师型「我做成了教你复制我」（权威仰视）；陪伴型「我还在路上你跟我走」（平视）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负债/迷茫/没结果的默认陪伴型——硬撑导师型，观众一眼看穿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定位是揣出来试出来的：第一版永远是个假设，拿出去碰、试、校准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直到那个人说「就是这个」，才算收住——「差不多」不算数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/ 36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/ 心法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30 节 · 六种幸存者，选定你号的长期活法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“定位是拍出来的，是跑出来的——不是坐那儿分析出来的。”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判自己的型（导师/陪伴）+ 写第一版定位假设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路线篇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别拆模板抄——他能成是幸存者偏差，你要找的是背后的为什么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/ 36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31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操盘篇：全流程你一个人走，一次排三条连发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五棒全流程独立跑通，三条片子排期连发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五棒流水线：选题→大纲→逐字稿→声画→复盘，一条片一个闭环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一次排三条连发：选题池→大纲→写稿→拍摄→剪辑，流水线作业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每一条都有赌注+预测，发完对账——不是发完就完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操盘的本质：把单条爆款思维升级成账号运营思维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 / 36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31 节 · 全流程你一个人走，一次排三条连发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“全流程你一个人走一遍，你就从学员变成了操盘手。”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三条片从选题到发布全流程排期表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操盘篇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这是36节的中点检阅——前面学的全部串起来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 / 36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32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排期篇：数据反哺选题，把号排成不断更的连载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用数据反哺选题，按比例排内容结构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起号期四柱比例：干货40%（涨粉最快）/ 案例30%（传得最广）/ 变现20%（锁精准粉）/ 热点10%（撬算法）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粉丝没过1000之前：先垂直贴标签，别急着塞变现蹭热点——标签会被冲淡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数据反哺：哪柱数据好就加码哪柱，别雨露均沾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粉丝过1000再调比例——先把账号搭起来，再去赌爆款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 / 36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32 节 · 数据反哺选题，把号排成不断更的连载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“先把账号搭起来，再去赌爆款——这个顺序反不得。”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排一个月日历：按40/30/20/10铺内容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排期篇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不断更&gt;每一条都完美——连载感是算法和粉丝双重的钩子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 / 36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33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代表作篇：全部武器合成一条，做你的置顶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把36节全部武器合成一条代表作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代表作=你的全部武器打一条：选题池里挑最狠的→爆点开头→钩子钉死→血肉叙事→情绪过山车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六推进骨架+密度控制+人话打磨+封面三件套+关键词埋点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拍摄按三步决策卡，剪辑按声音骨架，配乐起承转合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发前押注写预测，发完置顶——这条代表你的水准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 / 36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33 节 · 全部武器合成一条，做你的置顶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“代表作不是做出来的，是全部武器合成出来的。”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做一条代表作：五边形六个角全用到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代表作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置顶=新观众进来第一眼看到的就是你最狠的样子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 / 36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34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成交篇：成交型内容，把粉丝变成客户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B388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五种内容角色配齐，把成交铺成长链子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从刷到到掏钱隔着长链子：记住→搜索→比较→观察→进私域→下单→复购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五种角色内容：拉新/搜索/信任/比较/成交——缺哪种，人就在哪步走丢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真实案例公式：一个普通人原来啥样→通过我们→翻倍了→所以你也能行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私域核心是信任不是骚扰：进了门别急着掏刀子，先给价值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 / 36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B388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逐字稿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34 节 · 成交型内容，把粉丝变成客户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“你自吹一百句，都顶不上他脑子里自己冒出来的那一句：我是不是也能。”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B388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给自己的号配五种角色内容清单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成交篇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免费内容=引流钩子；收钱的地方=私域/商家号/产品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 / 36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35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复盘篇：账号体检，把一个月的成长拍成一条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月度账号体检：拆数据、读评论、练网感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评论区三读：讨论的是不是主题？是不是你这个人？总量够不够？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死水比挨骂更该慌——骂你的人在底下吵，是说给你粉丝听的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归因纪律：一次只换一个变量，同改法拍5-10条一批才下结论；至少3条一起看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网感=看咋说不看说啥：拆100条爆款的「咋说」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 / 36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35 节 · 账号体检，把一个月的成长拍成一条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“说啥谁都能抄，咋说抄不走。网感就长在咋说这里头。”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拆一个爆号（前10条+置顶+人设立住点）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复盘篇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拆爆号不拆爆款：一条火是运气，条条火才是模型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 / 36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36 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毕业篇：独立打出最强一条，你的号起来了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182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本节目标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独立完成从选题到发布的完整闭环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核心知识点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毕业作品：选题池挑题→写赌注→押预测→dagang→写稿→拍摄→剪辑→发布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全流程自己走，不查笔记——36节的功夫都在你身上了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发完T+3复盘对账：赌注中了没？预测准了没？下一期改哪？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课完了，号起来了——但产线刚刚开始转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 / 36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36 节 · 独立打出最强一条，你的号起来了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柯哥原话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“课上完，你手里多了一条片子、一件家伙——号也起来了。”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当天练习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B23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毕业作品发布+对账复盘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→ 毕业篇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从此进入循环：选题→大纲→写稿→声画→复盘，周而复始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新媒体短视频创作课 · 柯建军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 / 36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课完了，号起来了。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 节课 · 每节你手里多一条片子、多一件家伙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接下来，产线开始转：选题 → 大纲 → 逐字稿 → 声画 → 复盘，周而复始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新媒体短视频创作课 · 36节讲师课件</dc:title>
  <dc:subject>PptxGenJS Presentation</dc:subject>
  <dc:creator>柯建军</dc:creator>
  <cp:lastModifiedBy>柯建军</cp:lastModifiedBy>
  <cp:revision>1</cp:revision>
  <dcterms:created xsi:type="dcterms:W3CDTF">2026-08-03T17:02:30Z</dcterms:created>
  <dcterms:modified xsi:type="dcterms:W3CDTF">2026-08-03T17:02:30Z</dcterms:modified>
</cp:coreProperties>
</file>