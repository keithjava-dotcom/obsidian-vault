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PingFang SC"/>
              </a:defRPr>
            </a:pPr>
            <a:r>
              <a:t>实体店老板，新媒体不是你想的那回事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C8C8C8"/>
                </a:solidFill>
                <a:latin typeface="PingFang SC"/>
              </a:defRPr>
            </a:pPr>
            <a:r>
              <a:t>用你这个人，做你这家店的生意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A0A0"/>
                </a:solidFill>
                <a:latin typeface="PingFang SC"/>
              </a:defRPr>
            </a:pPr>
            <a:r>
              <a:t>柯建軍  ·  2026年5月12日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传统媒体是"我播你看"，新媒体是"你选你看"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单向vs双向 · 观众有遥控器 · 注意力是门票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电视台播广告你没法跳过，抖音刷到广告0.5秒就划走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没人打开抖音找广告看——大家是来杀时间的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娱乐场 · 杀时间 · 内容伪装成广告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你最后一次为了一条广告点赞，是什么时候？……想不起来了吧。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本地号没人看——因为它只有"店"，没有"人"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无面孔 · 纯展示 · 信任绝缘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"本店新上小龙虾48元一斤"——你划了。但"我干了十年小龙虾，今天说句得罪同行的话"——你停了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公司号卖货 / 本地号引流 / 个人IP号建信任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公司号 · 本地生活号 · 个人IP号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同一家火锅店——公司号说"开业优惠"，个人号说"我开火锅店踩过最蠢的坑"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人设打法——你这个人是核心，店是配角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人设 · 信任前置 · 同行感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开火锅店的老王，视频里不讲火锅讲他自己——讲他怎么从工地搬砖搬到开店，粉丝先认了他这个人，再来吃他的店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对手还在念产品参数，你已经在让客户认出"自己人"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降维 · 护城河 · 选人不是选货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两家装修公司——一家发样板间，一家发"我带你看我翻过的车"，你信谁？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不用学拍摄、不用学剪辑，用你自己的经验就能做内容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零技术门槛 · 经验即内容 · 今天就能动手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你干了多少年生意，就有多少内容——你把它们说出来了，就是视频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第一部分一句话——做新媒体不是开个号，是把你这个人送到用户面前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新媒体本质 · 注意力争夺 · 人设护城河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位置好不好已经不重要，这个人靠不靠谱才重要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定位这个词被搞复杂了，先踢掉四个坑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破误区 · 不是卖点 · 不是广告语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你问十个老板"你定位是什么"，九个回答"我做高品质XX"——这是广告语，不是定位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"我是开火锅店的"——这是简历，不是定位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身份≠定位 · 行业≠方向 · 职业≠内容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都是开火锅店的——有的讲食材供应链，有的讲深夜加班人的故事。职业一样，定位完全不同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"我家龙虾48一斤，活虾现杀"——这是货架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产品≠内容 · 参数≠信任 · 品质≠理由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你会因为一家店说"食材新鲜"就专门跑过去吗？不会。但你会因为"老板是个实在人"去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"我想让人觉得我专业"——那是包装，观众一眼看穿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包装感 · 真实性 · 观众比你聪明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穿西装说"我服务很好"vs 穿围裙说"昨天有个客人骂我，我记到现在"——你信谁？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定位的核心——给谁看 → 解决什么问题 → 用什么方式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受众 · 问题 · 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给谁看：第一次买房的小白</a:t>
            </a:r>
          </a:p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解决什么问题：不被装修公司套路、不做冤大头</a:t>
            </a:r>
          </a:p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用什么方式：讲自己踩过的坑、被同行黑过的事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你的用户不是一群人，是具体的一个人，给他起名字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具体化 · 一个人 · 起名字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别写"25-35岁女性"——写"小李，刚生完孩子，辞职在家，想开个小店又不敢"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不要想着帮所有人，只想帮"那个人"的那个具体问题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具体问题 · 一个痛处 · 不贪多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帮"小李"解决的不是"怎么开店"，是"开店万一亏了，老公会怎么说"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人话还是专业话？娓娓道来还是开门见山？方式本身就是筛选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语感 · 筛选 · 真实（方式由本性决定）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两个卖烤串的——一个说"孜然产自新疆"，一个说"我烤串三年，今天数数被骂了多少回"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定位的三层结构——里层决定中层，中层决定外层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里层=你是谁 · 中层=你怎么说 · 外层=你怎么拍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里层定不准，中层就漂；中层不稳，外层全是表演。形式可以学，语感可以调，但里面那个"你是谁"装不出来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PingFang SC"/>
              </a:defRPr>
            </a:pPr>
            <a:r>
              <a:t>中场休息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8C8C8"/>
                </a:solidFill>
                <a:latin typeface="PingFang SC"/>
              </a:defRPr>
            </a:pPr>
            <a:r>
              <a:t>你心里应该有个模糊方向了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你的人设资产不在产品里，在你这个人身上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人设资产 · 经历 · 弱点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你说"我们店服务好"没人在意。你说"有次客人骂我，我红着眼眶把菜端完"——人设有了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挖经历、性格、审美、认知——不是挖"我卖什么"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经历 · 性格 · 审美认知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一个美发店老板，最值钱的内容不是发型，是他当年借2000块开业、睡店里的那个冬天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狼狈经历是最好的人设资产，别藏着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狼狈 · 真实 · 共鸣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一个餐饮老板说"开业第一周只来三桌人，有一桌还是我妈"——这句话比十条宣传片有用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用5个问题，把你身上的资产挖出来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5个问题 · 强迫输出 · 自己回答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1. 你做这行之前是干嘛的？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2. 你做这行踩过最大的坑是什么？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3. 你跟同行最大的不一样是什么？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4. 你客人最常感谢你的是哪一点？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5. 你最不喜欢同行里的什么做法？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回答完，你的人设资产清单就出来了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22A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把"给谁看"画成一个人，给他起名字、写简历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一个人 · 起名字 · 写简历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别写"35岁男性创业者"，写"老张"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你写得出他的年龄、职业、每天在愁什么，才叫真懂用户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年龄 · 职业 · 日常焦虑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老张，42岁，开了两年餐馆，住朝阳大悦城附近一个老小区，老婆是中学老师，儿子刚上初中，每天最焦虑的是房贷7800和翻台率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你的用户在什么场景下需要你？从场景反推选题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场景 · 需求触发 · 反向思考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错误思路："我今天拍什么菜好呢"</a:t>
            </a:r>
          </a:p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正确思路："老张今晚10点回家，冰箱是空的，他这个时候需要什么？——他需要一个不远的、热乎的、让他不想做饭的地方。我就拍那个"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饭馆老板的场景不在店里，在用户的生活里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吃饭场景 · 生活触发 · 饭馆以外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用户晚上十点加班回家、冰箱空的——这个场景下，你那条"一碗热汤面"的视频，他刷到就想去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六种方式——口播 / 事件 / 监控视角 / 纪实 / 老板日常 / 客户视角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口播 · 事件 · 监控 · 纪实 · 日常 · 客户视角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口播：老板对镜头聊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事件：抓拍客人剪完笑了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监控视角：监控拍到老板倒掉一份不新鲜的菜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纪实：跟拍店一天从早到晚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老板日常：老板下班去吃别家店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客户视角：客户拍"我去理发被剪秃了的全过程"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说人话还是说专业话？由你的用户决定，不由你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人话 · 专业话 · 用户决定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你的张小阳是个普通用户，就别讲术语。你的张小阳是同行，那就往深了挖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本性 + 用户——两个都要，缺一不可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本性范围 · 用户听懂 · 找交集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你本性话多 → 在话多里选用户能听懂的话</a:t>
            </a:r>
          </a:p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你本性话少 → 在话少里选用户能听懂的方式</a:t>
            </a:r>
          </a:p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本性是你的边界，用户是你的目标，在边界里找目标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先跑起来，别等完美。拍3条看看哪条有人理你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先拍 · 看反馈 · 再迭代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三台手机、三个方向、各拍一条。不是挑你喜欢的，是挑数据告诉你的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新手别看播放量——看涨粉、看私信、看评论区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涨粉 · 私信 · 评论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播放量1万+零私信，不如200播放+3个人问"老板你店在哪"。</a:t>
            </a:r>
          </a:p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判断标准：私信率=私信数÷播放量，新手这个比值高就是对的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不改内容方向，改表达方式——开头、语速、结构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方向不动 · 调表达 · 微调不重来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同一个内容，"娓娓道来"没反应，换"直接开怼"试试——变了语气没变方向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挖资产 → 画用户 → 反推场景 → 选表达 → 测3改3，循环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五步闭环 · 越跑越清晰 · 不一次到位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不是"我永远想不清楚就不动"，是"我先拍，数据告诉我哪条路对"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新手最大的坑——拍了3条数据不好就换思路，永远在重启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迭代不重启 · 给定位时间 · 改表达不改方向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就像店刚开业三天没人来你就关店换装修——谁开店敢这么干？账号同理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对标对方向，不对内容——人家爆的是他的人设，不是你的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对方向 · 不对内容 · 别人的爆款≠你的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你看到老板讲"开店亏了200万"火了，你跟着讲——但你只亏了2万，讲完观众觉得你"装"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定位越窄，客户越精准。你想讨好所有人，就没人记住你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窄 · 精准 · 放弃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一个面馆，定位"给建筑工人吃的面"比定位"好吃的面馆"强一百倍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专业设备拍的宣传片，信任感不如手机拍的老板讲话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真实 &gt; 精美 · 人感 &gt; 电影感 · 信任来源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你刷到一条精修的宣传片和一条手机拍的老板说"今天这道菜做砸了"——哪条你会看完？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一个餐饮老板，从"不知道拍什么"到"每条有人私信"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定位前 · 定位过程 · 定位后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**主题**：一个餐饮老板，从"不知道拍什么"到"每条有人私信"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**关键词**：定位前 · 定位过程 · 定位后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**例子——定位前稿（认真但错）：**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老板对镜头说：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"今天给大家推荐我们家的招牌水煮鱼，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选用每天清晨从XX水产市场采购的活鲈鱼，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我们的辣椒是从四川自贡专门订的，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配方是我跟川菜大师学了三年的独家秘方……"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→ 看起来很认真，实际上观众0.5秒就划走。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0私信。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**例子——定位过程（五步走）：**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① 挖资产：老板从北漂厨师到开店，被骂过、被赖过账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② 画用户："老张"——42岁实体店老板，房贷7800，翻台率低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③ 场景反推：老张晚上刷手机，不是来找"怎么做得更好"，是来找"有人跟我一样"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④ 选表达：纪实+口播，说大实话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⑤ 测3改3：第一条讲开业被赖账→13条私信，方向确认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**例子——定位后稿：**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老板对镜头说："我开店第三个月，一天卖了两桌。我把那天的监控放出来给你们看……"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→ 第一条300播放，13条私信。私信率4.3%。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**变化**：不是内容变好了，是定位把"老板这个人"放在了"店"前面</a:t>
            </a:r>
          </a:p>
          <a:p>
            <a:pPr>
              <a:spcAft>
                <a:spcPts val="400"/>
              </a:spcAft>
              <a:defRPr sz="2200" b="0">
                <a:solidFill>
                  <a:srgbClr val="1E1E1E"/>
                </a:solidFill>
                <a:latin typeface="PingFang SC"/>
              </a:defRPr>
            </a:pPr>
            <a:r>
              <a:t>---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别等了，现在就拿笔。模板在下，填空就行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现写 · 一句话 · 不完美也行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模板：我帮[ ]解决[ ]的问题，用[ ]的方式</a:t>
            </a:r>
          </a:p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示范：我帮[第一次开餐馆的老张]解决</a:t>
            </a:r>
          </a:p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[开了俩月不知道该不该撑下去]的问题，</a:t>
            </a:r>
          </a:p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用[讲我自己当年差点关店的经历]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PingFang SC"/>
              </a:defRPr>
            </a:pPr>
            <a:r>
              <a:t>一句话定位 + 一个人的名字 + 第一条选题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D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C8C8C"/>
                </a:solidFill>
                <a:latin typeface="PingFang SC"/>
              </a:defRPr>
            </a:pPr>
            <a:r>
              <a:t>定位 · 用户 · 选题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0">
                <a:solidFill>
                  <a:srgbClr val="1E1E1E"/>
                </a:solidFill>
                <a:latin typeface="PingFang SC"/>
              </a:defRPr>
            </a:pPr>
            <a:r>
              <a:t>定位（我帮谁解决什么）、用户（他叫老张）、选题（今晚就拍那一条）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C8C8C"/>
                </a:solidFill>
                <a:latin typeface="PingFang SC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PingFang SC"/>
              </a:defRPr>
            </a:pPr>
            <a:r>
              <a:t>今晚回去，把这三件事做完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DCDCDC"/>
                </a:solidFill>
                <a:latin typeface="PingFang SC"/>
              </a:defRPr>
            </a:pPr>
            <a:r>
              <a:t>1. 用5个问题，挖出你身上的资产（20分钟）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461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DCDCDC"/>
                </a:solidFill>
                <a:latin typeface="PingFang SC"/>
              </a:defRPr>
            </a:pPr>
            <a:r>
              <a:t>2. 写一句你的定位（模板在第40页）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DCDCDC"/>
                </a:solidFill>
                <a:latin typeface="PingFang SC"/>
              </a:defRPr>
            </a:pPr>
            <a:r>
              <a:t>3. 用手机拍第一条，讲一件你最狼狈的事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51959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DCDCDC"/>
                </a:solidFill>
                <a:latin typeface="PingFang SC"/>
              </a:defRPr>
            </a:pPr>
            <a:r>
              <a:t>明天看不到你的视频，就当今天没来过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199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828"/>
                </a:solidFill>
                <a:latin typeface="PingFang SC"/>
              </a:defRPr>
            </a:pPr>
            <a:r>
              <a:t>明天看不到你的视频，就当今天没来过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