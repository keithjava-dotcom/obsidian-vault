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操盘履历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微软雅黑"/>
              </a:defRPr>
            </a:pPr>
            <a:r>
              <a:t>9个项目 · 10+行业 · 用结果说话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2004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不是博主 · 不是操盘手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是操盘过项目的新媒体老师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柯建军 · 新媒体顾问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669"/>
                </a:solidFill>
                <a:latin typeface="微软雅黑"/>
              </a:defRPr>
            </a:pPr>
            <a:r>
              <a:t>4980元新媒体技巧课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操盘履历总览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不是懂某个行业，是懂怎么把行业翻译成短视频语言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2926080" cy="822960"/>
          </a:xfrm>
          <a:prstGeom prst="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微软雅黑"/>
              </a:defRPr>
            </a:pPr>
            <a:r>
              <a:t>9个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操盘项目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2926080" cy="822960"/>
          </a:xfrm>
          <a:prstGeom prst="rect">
            <a:avLst/>
          </a:prstGeom>
          <a:solidFill>
            <a:srgbClr val="042E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微软雅黑"/>
              </a:defRPr>
            </a:pPr>
            <a: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跨行业验证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371600"/>
            <a:ext cx="2926080" cy="822960"/>
          </a:xfrm>
          <a:prstGeom prst="rect">
            <a:avLst/>
          </a:prstGeom>
          <a:solidFill>
            <a:srgbClr val="3D270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微软雅黑"/>
              </a:defRPr>
            </a:pPr>
            <a:r>
              <a:t>低粉高变现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196粉→6万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468880"/>
            <a:ext cx="2926080" cy="1143000"/>
          </a:xfrm>
          <a:prstGeom prst="rect">
            <a:avLst/>
          </a:prstGeom>
          <a:solidFill>
            <a:srgbClr val="032519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/>
              </a:defRPr>
            </a:pPr>
            <a:r>
              <a:t>家政全国招商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全国招商跑通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近200万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微软雅黑"/>
              </a:defRPr>
            </a:pPr>
            <a:r>
              <a:t>5个月业绩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矩阵→私域→直播→成交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468880"/>
            <a:ext cx="2926080" cy="1143000"/>
          </a:xfrm>
          <a:prstGeom prst="rect">
            <a:avLst/>
          </a:prstGeom>
          <a:solidFill>
            <a:srgbClr val="1B1231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无人机创业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大学生0起步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300万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微软雅黑"/>
              </a:defRPr>
            </a:pPr>
            <a:r>
              <a:t>6个月·2000粉→11万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短视频+直播建立信任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468880"/>
            <a:ext cx="2926080" cy="1143000"/>
          </a:xfrm>
          <a:prstGeom prst="rect">
            <a:avLst/>
          </a:prstGeom>
          <a:solidFill>
            <a:srgbClr val="0B1A31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装修公司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大连Top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246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1000万+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B82F6"/>
                </a:solidFill>
                <a:latin typeface="微软雅黑"/>
              </a:defRPr>
            </a:pPr>
            <a:r>
              <a:t>年流水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线上获客+线下转化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379476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修车店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本地获客测试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230~330条/月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单月客资量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多方法跑通获客模型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79476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老牌医美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线上数字化转型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3万~70万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客单价区间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直播留资·合规获客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79476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19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民营医院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医疗合规获客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19" y="4572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叙事绕红线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19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线上扩展渠道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19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用故事代替广告引流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512064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44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小红书博主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女性成长赛道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58978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0→12万粉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63550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8个月·商单25000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6629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内容定位+人设打磨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512064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摄影师徒弟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新人带教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58978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0→1万粉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63550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4个月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6629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方法论可复制验证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5120640"/>
            <a:ext cx="292608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19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微软雅黑"/>
              </a:defRPr>
            </a:pPr>
            <a:r>
              <a:t>胖虎Talk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自己的账号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19" y="58978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196粉变现6万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19" y="63550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微软雅黑"/>
              </a:defRPr>
            </a:pPr>
            <a:r>
              <a:t>低粉高变现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19" y="6629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粉丝量是最大谎言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649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核心能力：不是懂某个行业，而是懂"怎么把行业翻译成短视频语言"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案例拆解：家政全国招商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矩阵账号 → 私域沉淀 → 直播加速 → 1对1成交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0B981"/>
                </a:solidFill>
                <a:latin typeface="微软雅黑"/>
              </a:defRPr>
            </a:pPr>
            <a:r>
              <a:t>近 200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5 个月业绩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品类特征：全国招商，不是本地生意——跟英语提分软件一样，不是刷到就下单的东西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核心路径：短视频立人设 → 私域深度信任 → 直播加速决策 → 一对一跟进成交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账号粉丝不多，但加到私域的全是精准客户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验证了一件事：你的品类，粉丝量不重要，路径对才重要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200400" cy="2286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微软雅黑"/>
              </a:defRPr>
            </a:pPr>
            <a:r>
              <a:t>为什么同类品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微软雅黑"/>
              </a:defRPr>
            </a:pPr>
            <a:r>
              <a:t>能做起来？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① 不是卖产品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先卖信任再卖东西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② 路径比技巧重要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视频吸引→私域成交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9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柯建军 · 操盘履历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案例拆解：低空经济 · 无人机创业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一群大学生从0开始 · 2000粉时已经变现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  <a:latin typeface="微软雅黑"/>
              </a:defRPr>
            </a:pPr>
            <a:r>
              <a:t>300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6 个月业绩 · 2000粉 → 11万粉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起点：一群大学生，没有任何短视频基础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路径：短视频展示专业度 → 直播建立信任 → 私域成交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关键节点：2000粉丝的时候已经开始变现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11万粉时达到300万业绩——不是等到粉丝多了才赚钱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200400" cy="2286000"/>
          </a:xfrm>
          <a:prstGeom prst="rect">
            <a:avLst/>
          </a:prstGeom>
          <a:solidFill>
            <a:srgbClr val="3C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微软雅黑"/>
              </a:defRPr>
            </a:pPr>
            <a:r>
              <a:t>关键结论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微软雅黑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粉丝量 ≠ 变现力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2000粉时已经在赚钱</a:t>
            </a:r>
            <a:br/>
            <a:r>
              <a:t>11万粉时300万</a:t>
            </a:r>
            <a:br/>
            <a:r>
              <a:t>——说明赚钱不靠粉丝量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大学生都能跑通</a:t>
            </a:r>
            <a:br/>
            <a:r>
              <a:t>经验丰富的老师更没问题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9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柯建军 · 操盘履历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案例拆解：大连装修公司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线上获客 + 线下转化 · 大连 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微软雅黑"/>
              </a:defRPr>
            </a:pPr>
            <a:r>
              <a:t>1000 万+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/>
              </a:defRPr>
            </a:pPr>
            <a:r>
              <a:t>年流水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品类特征：高客单价、长决策周期——跟英语提分软件完全不同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路径：短视频展示案例和工地 → 吸引正在装修的人 → 线下到店 → 转化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核心：不是把装修卖出去，是把"来看看"卖出去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▸ 年度 Top 10——短视频只是获客第一环，后面是完整的销售和服务体系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更多案例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320040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5943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97280" y="62636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修车店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720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单月客资 230~330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995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多方法测试跑通获客模型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5486400"/>
            <a:ext cx="320040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623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63440" y="5943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663440" y="62636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老牌医美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720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客单 3万~70万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995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直播稳定留资，线上数字化转型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486400"/>
            <a:ext cx="320040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623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229600" y="5943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229600" y="62636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民营医院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720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叙事绕红线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995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用故事代替广告，合规引流获客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49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柯建军 · 操盘履历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跨行业验证：不是懂行业，是懂方法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医美 / 医院 / 装修 / 修车 / 家政 / 无人机 / 达人 / 软件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医美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直播留资</a:t>
            </a:r>
            <a:br/>
            <a:r>
              <a:t>合规获客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463040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民营医院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叙事绕红线</a:t>
            </a:r>
            <a:br/>
            <a:r>
              <a:t>线上引流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463040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装修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线上展示</a:t>
            </a:r>
            <a:br/>
            <a:r>
              <a:t>线下转化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1463040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修车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1945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本地获客</a:t>
            </a:r>
            <a:br/>
            <a:r>
              <a:t>多方法测试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749039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全国招商</a:t>
            </a:r>
            <a:br/>
            <a:r>
              <a:t>矩阵私域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49039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无人机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短视频+直播</a:t>
            </a:r>
            <a:br/>
            <a:r>
              <a:t>信任成交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749039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小红书达人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内容定位</a:t>
            </a:r>
            <a:br/>
            <a:r>
              <a:t>人设打磨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59" y="3749039"/>
            <a:ext cx="219456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英语软件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448055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IP矩阵</a:t>
            </a:r>
            <a:br/>
            <a:r>
              <a:t>私域转化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760720"/>
            <a:ext cx="9418320" cy="731520"/>
          </a:xfrm>
          <a:prstGeom prst="rect">
            <a:avLst/>
          </a:prstGeom>
          <a:solidFill>
            <a:srgbClr val="1A1F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8521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核心能力不是懂某个行业——是懂 "怎么把任何行业翻译成短视频语言"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92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669"/>
                </a:solidFill>
                <a:latin typeface="微软雅黑"/>
              </a:defRPr>
            </a:pPr>
            <a:r>
              <a:t>柯建军 · 操盘履历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自己的账号：胖虎Talk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亲自下场验证低粉高变现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418320" cy="2011680"/>
          </a:xfrm>
          <a:prstGeom prst="rect">
            <a:avLst/>
          </a:prstGeom>
          <a:solidFill>
            <a:srgbClr val="1A1A0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微软雅黑"/>
              </a:defRPr>
            </a:pPr>
            <a:r>
              <a:t>一个让所有"涨粉焦虑"闭嘴的数据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196 粉丝    →    变现 6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微软雅黑"/>
              </a:defRPr>
            </a:pPr>
            <a:r>
              <a:t>粉丝量是短视频最大的谎言 · 低粉高变现才是真本事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为什么我能帮你？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▸ 9个案例跨10+行业反复验证——不是运气，是方法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▸ 从医美到装修到修车到软件，底层逻辑相通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▸ 我自己下场做了胖虎Talk——196粉变现6万，亲自验证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▸ 不是教你涨粉，是教你怎么把专业变成生意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6035040"/>
            <a:ext cx="5760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61081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/>
              </a:defRPr>
            </a:pPr>
            <a:r>
              <a:t>4980元新媒体技巧课 · 操盘履历用结果说话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